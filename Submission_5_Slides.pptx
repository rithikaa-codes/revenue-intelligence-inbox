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0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FCDD3"/>
                </a:solidFill>
              </a:defRPr>
            </a:pPr>
            <a:r>
              <a:t>01 / MANAGER PROBLEM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From noisy activity to accountable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The problem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44 selected source records arrive with inconsistent labels, incomplete transcripts and a late update. Managers need to know what happened, what needs attention and which action is supported.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Finding 1 — follow-up is explicit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C03: the contact flags price concern and poor audio, asks for email and agrees to Monday/Tuesday follow-up. The manager brief prioritises the promised email and callback.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57015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Finding 2 — partner signal differs from a sale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C07: the contact says they refer clients to account providers and accepts a proposal plus Monday follow-up. Route to Partner development; do not label it a 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26864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Finding 3 — respect disinterest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C01: the recipient says “I'm not interested.” The product surfaces this as a coaching/preference signal, not a reason to keep calling.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786"/>
                </a:solidFill>
              </a:defRPr>
            </a:pPr>
            <a:r>
              <a:t>REVENUE INTELLIGENCE INBOX  •  PRIVATE CANDIDATE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0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FCDD3"/>
                </a:solidFill>
              </a:defRPr>
            </a:pPr>
            <a:r>
              <a:t>02 / INTERFACE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focused workspace, not a chart gallery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Overview first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Headline cards show unique records, usable text coverage, route assignments and review exceptions. Filters work by source type and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Evidence beside the decision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Inbox details show transcript passages, source metadata, route rationale, next action and a manager-correctable multi-route selector.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57015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Missing text stays visible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No usable text is an intake state, not proof no conversation happened. Records without text do not receive invented substantive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26864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Deliberately left out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No pipeline totals, win-rate claims, account joins, talk ratios or cross-person performance rankings: the source package does not support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786"/>
                </a:solidFill>
              </a:defRPr>
            </a:pPr>
            <a:r>
              <a:t>REVENUE INTELLIGENCE INBOX  •  PRIVATE CANDIDATE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0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FCDD3"/>
                </a:solidFill>
              </a:defRPr>
            </a:pPr>
            <a:r>
              <a:t>03 / ROUTE &amp; EXPORT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Routing that preserves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Multi-route by design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Destinations include Deal next steps, Customer follow-up, Sales coaching, Partner development, Internal/vendor note and Human review. Route counts can exceed record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Output paths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outputs/&lt;route-slug&gt;/&lt;record-ref&gt;.md keeps route-specific outputs distinct. Manifest records source identity, revision, routes, paths, review state, override flag and freshness.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57015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Difficult case — M07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A late transcript arrives at revision 2. The app updates source evidence, flags analysis pending review and preserves the manager's manual route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26864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Human decision is first-class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Automated suggestions are distinguished from saved manual routes. Reset-to-suggestion is explicit; imports never silently overwrite manual judgment.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786"/>
                </a:solidFill>
              </a:defRPr>
            </a:pPr>
            <a:r>
              <a:t>REVENUE INTELLIGENCE INBOX  •  PRIVATE CANDIDATE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0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FCDD3"/>
                </a:solidFill>
              </a:defRPr>
            </a:pPr>
            <a:r>
              <a:t>04 / VALIDATION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Numbers and conclusions are checkable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Metric check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Initial batch: 44 unique records and 17 usable supplied texts. After update: still 44 unique records and 18 usable texts. Identity is (source_type, source_id), not record_ref or array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Replay check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Repeat initial import in reverse order: no duplicates. Save a route on M07, import revision 2, then replay revision 1: the new transcript remains and manual route persists.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57015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Evidence check — C03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Exact call excerpt: “Could we do this by email? Or call on Monday a bit earlier…” It supports an email plus callback next step, not a purchase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26864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Caveat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Selected sample is intentionally varied, not representative of team performance. Organiser does not mean salesperson or confirmed attendee.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786"/>
                </a:solidFill>
              </a:defRPr>
            </a:pPr>
            <a:r>
              <a:t>REVENUE INTELLIGENCE INBOX  •  PRIVATE CANDIDATE EXERCISE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0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FCDD3"/>
                </a:solidFill>
              </a:defRPr>
            </a:pPr>
            <a:r>
              <a:t>05 / LIMITATIONS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Trade-offs, AI use &amp; next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Rejected decision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Rejected forcing exactly one route per conversation. Multi-route outputs better reflect mixed purposes; trade-off is that route assignment totals can exceed unique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AI usage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Routing and triage are deterministic keyword rules. No runtime AI service is called. The application computes filtered counts and upserts revisions.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57015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Known limitations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Local browser storage is single-browser demo persistence. A source text update is flagged pending review rather than silently reusing stale analysis. Some keyword routes need human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26864"/>
            <a:ext cx="10927080" cy="941832"/>
          </a:xfrm>
          <a:prstGeom prst="roundRect">
            <a:avLst/>
          </a:prstGeom>
          <a:solidFill>
            <a:srgbClr val="EFF6F8"/>
          </a:solidFill>
          <a:ln>
            <a:solidFill>
              <a:srgbClr val="DD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82296"/>
          <a:lstStyle/>
          <a:p>
            <a:pPr algn="ctr">
              <a:defRPr sz="1400" b="1">
                <a:solidFill>
                  <a:srgbClr val="087E8B"/>
                </a:solidFill>
              </a:defRPr>
            </a:pPr>
            <a:r>
              <a:t>Next improvements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Add replay test automation, richer reviewed analyses for all 18 transcripts, route rule explainability, and shared persistence only if required by product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786"/>
                </a:solidFill>
              </a:defRPr>
            </a:pPr>
            <a:r>
              <a:t>REVENUE INTELLIGENCE INBOX  •  PRIVATE CANDIDATE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